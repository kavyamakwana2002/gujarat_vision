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Gujarat Cyber Vision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Sentinel Command - Technology Stack</a:t>
            </a:r>
          </a:p>
          <a:p>
            <a:r>
              <a:t>Intelligent Traffic Surveillance &amp; High-Security Authentication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Gujarat Cyber Vision is an advanced AI-powered system for:</a:t>
            </a:r>
          </a:p>
          <a:p>
            <a:pPr lvl="1"/>
            <a:r>
              <a:t>Live Traffic Surveillance &amp; Security</a:t>
            </a:r>
          </a:p>
          <a:p>
            <a:pPr lvl="1"/>
            <a:r>
              <a:t>Automated Number Plate Recognition (ANPR) &amp; E-Challan generation</a:t>
            </a:r>
          </a:p>
          <a:p>
            <a:pPr lvl="1"/>
            <a:r>
              <a:t>Smart City monitoring (Stray Animals, Green Corridors, Women Safety SOS)</a:t>
            </a:r>
          </a:p>
          <a:p>
            <a:pPr lvl="1"/>
            <a:r>
              <a:t>Centralized VMS Federation &amp; GIS Mapping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 Architecture (Client-Side)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User Interface and Dashboard are built with modern web technologies:</a:t>
            </a:r>
          </a:p>
          <a:p>
            <a:pPr lvl="1"/>
            <a:r>
              <a:t>Core Framework: React.js (v18) for dynamic rendering</a:t>
            </a:r>
          </a:p>
          <a:p>
            <a:pPr lvl="1"/>
            <a:r>
              <a:t>Build Tool: Vite for fast compilation &amp; hot reloading</a:t>
            </a:r>
          </a:p>
          <a:p>
            <a:pPr lvl="1"/>
            <a:r>
              <a:t>Styling: Tailwind CSS for responsive and premium design</a:t>
            </a:r>
          </a:p>
          <a:p>
            <a:pPr lvl="1"/>
            <a:r>
              <a:t>Data Visualization: Recharts for analytics and graphs</a:t>
            </a:r>
          </a:p>
          <a:p>
            <a:pPr lvl="1"/>
            <a:r>
              <a:t>GIS Mapping: Leaflet for real-time camera tracking</a:t>
            </a:r>
          </a:p>
          <a:p>
            <a:pPr lvl="1"/>
            <a:r>
              <a:t>Video Streaming: HLS.js for seamless live feeds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 Architecture (Server-Side)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server is built for high performance and low latency:</a:t>
            </a:r>
          </a:p>
          <a:p>
            <a:pPr lvl="1"/>
            <a:r>
              <a:t>Core API Framework: FastAPI (Python-based asynchronous API)</a:t>
            </a:r>
          </a:p>
          <a:p>
            <a:pPr lvl="1"/>
            <a:r>
              <a:t>Web Server: Uvicorn (ASGI server)</a:t>
            </a:r>
          </a:p>
          <a:p>
            <a:pPr lvl="1"/>
            <a:r>
              <a:t>Database: SQLite with SQLAlchemy ORM</a:t>
            </a:r>
          </a:p>
          <a:p>
            <a:pPr lvl="1"/>
            <a:r>
              <a:t>Security: PyJWT for token-based authentication &amp; RBAC</a:t>
            </a:r>
          </a:p>
          <a:p>
            <a:pPr lvl="1"/>
            <a:r>
              <a:t>Data Handling: python-multipart for file and video uploads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&amp; Computer Vision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core intelligence of the system is powered by:</a:t>
            </a:r>
          </a:p>
          <a:p>
            <a:pPr lvl="1"/>
            <a:r>
              <a:t>Object &amp; Vehicle Detection: YOLOv8 (Ultralytics) for real-time inference</a:t>
            </a:r>
          </a:p>
          <a:p>
            <a:pPr lvl="1"/>
            <a:r>
              <a:t>Number Plate Recognition: EasyOCR for reading license plates</a:t>
            </a:r>
          </a:p>
          <a:p>
            <a:pPr lvl="1"/>
            <a:r>
              <a:t>Video Processing: OpenCV (opencv-python-headless) for frame manipulation</a:t>
            </a:r>
          </a:p>
          <a:p>
            <a:pPr lvl="1"/>
            <a:r>
              <a:t>Streaming: Generates MJPEG streams natively with AI overlays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